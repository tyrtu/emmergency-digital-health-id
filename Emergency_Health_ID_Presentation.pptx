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Emergency Health ID — Demo Presentation (10 slides)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**Emergency Digital Health ID**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Short tagline: Secure, portable medical identity with QR-enabled triage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Presenter: [Your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Duration: 10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Quick one-line hook and agenda preview.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**Goals**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Explain how the system helps patients and medics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Demonstrate signup → QR issuance → medic scan → record entry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Highlight security, offline capabilities, and auditing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**Agenda (10 min)**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Account creation &amp; onboarding (1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Patient dashboard &amp; QR card (1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Medic panel: scan, search, restore (2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Medical records &amp; auditing (1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5. Security, privacy &amp; NFR highlights (2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6. Demo plan &amp; Q/A (3 min)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Set expectations and timing.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**High level**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Frontend: React app — Dashboard for patients, Medic Panel for medics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Backend: Node.js + Express + MongoDB — stores patient records, issues QR codes, generates PDFs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Auth: Supabase handles accounts and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Offline: Medic cache for field use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Visual: (Optional) One-line arrows: User ↔ Frontend ↔ Backend ↔ DB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Keep it very simple; audience doesn't need technical internals.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**What the user does:**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Register with email + 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Confirm email via link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On first login, complete a short onboarding form (name, DOB, blood type, emergency contact)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**What the system does:**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Creates an account (Supabase)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Assigns a unique Health ID (EMH-xxxxxx)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Stores profile in the Patient dashboard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Demo tip: Show the Register page and a completed WelcomeSetup form.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**Patient dashboard highlights:**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Health ID badge (EMH-xxxxxx)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QR card with embedded emergency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Buttons: Download PDF (printable card), Refresh QR, Edit info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Quick view: allergies, current meds, emergency contacts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Demo tip: Show the QR section and click "Download PDF".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**Entry points for medics:**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Sign in with medic role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Medic Dashboard: search, scanner, patient list, analytics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**Core features:**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Scanner (camera): instant decode of the QR's emergency fields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Patient Search: search by Health ID, name, or phone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View full patient summary and visit history (if online and authorized)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Emphasize speed and field-readiness.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**Scanner flow:**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Tap "Scanner" → point camera at QR (phone or printed card)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QR yields instant, critical fields: allergies, meds, blood group, contact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If online and authorized, the medic can request full record for context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**Search flow:**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Enter Health ID or name → quick results → open patient summary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Option to save patient to local cache for offline access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Demo tip: Scan a sample QR live or play a quick recorded clip.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**What medics can do:**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Create encounter records (diagnosis, treatment, prescriptions)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Save notes that become part of the patient's history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**Audit &amp; compliance:**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Every create/update action is logged (who, when, what)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Administrators can export or review audit trails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Demo tip: Show adding a short visit note and where it appears in history.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**Security &amp; privacy**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Supabase authentication and JWT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Request headers include `Authorization` and `x-auth-id`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RBAC: only medics/admins can access full patient lists and create records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Sanitization and rate limits to reduce abuse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**Offline &amp; performance**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Medic cache for offline triage (export/import possible)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QR payload contains minimal critical fields so scanning is instant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 Server generates printable PDF card (patient can keep physical copy)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Keep it high-level — focus on user confidence.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**Demo sequence (2–3 min)**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Register and onboard a patient (quick screenshot)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Show patient Dashboard → QR card → Download 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Switch to Medic Panel → Scan the QR → View critical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Search by Health ID → Open full patient summary → Add a visit 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5. Show cached patient in offline mode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**Q/A** — 2–3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Contact: [your contact info]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Notes: Invite questions and offer to provide the printable handout.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2025-12-14T11:07:48Z</dcterms:created>
  <dcterms:modified xsi:type="dcterms:W3CDTF">2025-12-14T11:07:48Z</dcterms:modified>
</cp:coreProperties>
</file>